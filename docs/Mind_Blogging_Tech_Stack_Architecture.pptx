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PROJECT DEEP DIVE  • 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Mind Blogging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Tech Stack &amp; How It Works  |  A code-grounded, editable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01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41D8DF"/>
                </a:solidFill>
                <a:latin typeface="Aptos"/>
              </a:rPr>
              <a:t>REACT  / 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43200"/>
            <a:ext cx="34747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A991FF"/>
                </a:solidFill>
                <a:latin typeface="Aptos"/>
              </a:rPr>
              <a:t>SUPABASE  / 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743200"/>
            <a:ext cx="33832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FFC274"/>
                </a:solidFill>
                <a:latin typeface="Aptos"/>
              </a:rPr>
              <a:t>VERCEL  / 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" y="3694176"/>
            <a:ext cx="10195560" cy="18288"/>
          </a:xfrm>
          <a:prstGeom prst="rect">
            <a:avLst/>
          </a:prstGeom>
          <a:solidFill>
            <a:srgbClr val="A9B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114800"/>
            <a:ext cx="102412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F8FAFD"/>
                </a:solidFill>
                <a:latin typeface="Aptos"/>
              </a:rPr>
              <a:t>From components and sign-in to persistence, AI streaming, reminders, security and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01  / 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Two paths, one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A key distinction: the journal adapter does not use the Vercel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02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5381244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49149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PATH A  • 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4878324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React → src/cloud.ts → Supabase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Create, edit, read and delete entries, goals, reviews and settings.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286000"/>
            <a:ext cx="5381244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9380" y="2487168"/>
            <a:ext cx="49149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PATH B  •  SERVER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80" y="3054096"/>
            <a:ext cx="4878324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React → /api/*.js → Supabase + external services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AI inference, suggested tags, proposal actions and push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02  /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What is the app built with?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Major dependencies and external services verified from the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03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React 19  •  TypeScript 5.7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Vite 6  •  Tailwind CSS 3.4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Custom CSS  •  Lucide 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DATA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Supabase PostgreSQL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Supabase Auth  •  User sessions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Row Level Security is required.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SERVICES &amp;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Vercel serverless functions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Vercel AI Gateway  •  Vercel Blob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Web Push  •  Vercel Cron  • 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03  /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Under the hood: request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Keep the client, data plane and server-only credentials separate.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04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BROWSER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React components + hooks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Auth sessions in Supabase client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Local record adapter: src/cloud.ts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SUPABASE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Auth: validates user identity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PostgreSQL: mind_blog_records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RLS: isolate users by user_id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VERCEL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/api/ai: AI Gateway streaming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/api/push: private subscription storage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/api/cron: authenticated schedule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04  /  CODEBASE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Where to find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Start with these files when debugging a feature.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05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src/  • 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main.tsx  •  App.tsx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PlayfulProfile.tsx  •  PlayfulLogin.tsx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PlayfulWorkspace.tsx  •  PlayfulAdvanced.tsx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api/  • 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_shared.js: token verification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ai.js: model gateway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action.js  •  suggest-tags.js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OTHER IMPORTANT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cloud.ts: data and auth adapter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push.js  •  cron.js  •  public/sw.js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vercel.json  •  tests/release.test.mjs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05  /  FRONTEND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How React starts and renders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The currently mounted app uses the Playful UI components.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06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1  •  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index.html exposes #root.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src/main.tsx mounts React &lt;App/&gt;.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2  •  APP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src/App.tsx first renders PlayfulProfile.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Entering a page mounts PlayfulWorkspace.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3  •  UI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useState manages draft and page state.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useEffect loads data and listens for auth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06  / 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Authentication: click to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The UI offers multiple methods; Google needs provider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07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User selects password, email link or Google sign-in in PlayfulLogin.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src/cloud.ts calls Supabase Auth. A successful sign-in creates a user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AUTHORIZE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Client forwards access token for serverless API calls; backend revalidates the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07  / 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The database + data adapter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Most CRUD goes directly to Supabase, without a Vercel serverless hop.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08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5381244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49149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TABLE  •  mind_blog_records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4878324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Composite identity: user_id + kind + id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Payload: record body / JSON data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Kinds: entries, artifacts, goals, reviews,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286000"/>
            <a:ext cx="5381244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9380" y="2487168"/>
            <a:ext cx="49149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ADAPTER  •  src/cloud.ts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80" y="3054096"/>
            <a:ext cx="4878324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read(): filters records by signed-in user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write(): upsert record by composite key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remove(): delete matching owned record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08  / 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Follow a journal entry 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What happens after somebody clicks Save?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09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5381244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49149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IN THE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4878324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1  User edits a journal form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2  React holds the current draft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3  PlayfulWorkspace calls api.post('/api/entries', 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286000"/>
            <a:ext cx="5381244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9380" y="2487168"/>
            <a:ext cx="49149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IN THE DATA ADAPTER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80" y="3054096"/>
            <a:ext cx="4878324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4  cloud.ts handles the call locally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5  Supabase upsert writes the record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6  React reloads / updates its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09  /  AI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How a reflection becomes an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Consent and data ownership are enforced before the gateway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10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5381244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49149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REQUEST +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4878324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POST /api/ai with bearer token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Validate user and requested entry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Check aiConsent and aiExcluded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286000"/>
            <a:ext cx="5381244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9380" y="2487168"/>
            <a:ext cx="49149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GATEWAY +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80" y="3054096"/>
            <a:ext cx="4878324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AI_GATEWAY_API_KEY stays on server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Gateway streams completion to /api/ai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Server writes returned text to the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10  / 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How browser notifications are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Web Push links the browser, private subscriptions and an authenticated cron.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11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OPT-IN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Browser grants notifications and registers sw.js.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Subscription saved to private Vercel Blob.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vercel.json runs Monday 03:30 UTC / 09:00 IST.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/api/cron requires CRON_SECRET.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Backend sends Web Push messages.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Service worker shows notifications and handles clicks.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11  /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Safeguards in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Protection must work at multiple layers, not just in visible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12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Supabase authentication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Bearer-token validation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Record ownership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DATA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RLS needed on mind_blog_records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AI consent and per-entry exclusion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Private keys kept out of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Cron fails closed without its secret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Version checks on edits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Account erasure cleans up push records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12  / 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How code reaches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The frontend and backend deploy to Vercel; Supabase is a separate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13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Developer changes code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Commits and pushes to 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Vercel builds the Vite frontend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/api files become serverless routes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LIVE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Visitors load compiled React assets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Production data/auth remain in Supabase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13  /  DEVELOPER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Run, inspect and test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Node.js 20+ is required by project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14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git clone https://github.com/jd2009-k/mind-blogging.git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cd mind-blogging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npm install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npm run dev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npm run check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npm run test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npm run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IMPORTANT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Local Vite serves the frontend.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Use Vercel-compatible execution for /api serverless functions.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14  / 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What is tested — and what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Source: QA_REPORT_2026-10-26.md, reflecting the preview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15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REPORTED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TypeScript + Vite build checks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Source-regression tests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Basic guest HTTP / API security smoke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NOT END-TO-END VERIFIED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Actual registration/sign-in and database CRUD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Signed-in AI streaming / cancellation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Device push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RELEASE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Preview was READY according to report.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This tested preview was not promoted to production.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15  /  RELEASE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What still needs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Source checks alone cannot establish complete production readiness.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16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P0  •  AUTH +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Confirm signup, email delivery and session persistence.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Test CRUD and RLS with two test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P1  •  AI +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Confirm authenticated AI streaming and cancel behavior.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Verify service-worker push receipt on devices.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P2  • 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Commit lockfile and verify npm ci.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Automate dependency audit and regression QA.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16  / 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How to learn the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Move from programming basics to actual request tracing.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17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PHASE 1  • 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JavaScript fundamentals and async/await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TypeScript types and interfaces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React components, hooks and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PHASE 2  • 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Read App.tsx and PlayfulWorkspace.tsx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Trace cloud.ts and Supabase records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Understand auth and RLS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PHASE 3  • 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Study api/ai.js, push.js and cron.js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Run tests and deployment checks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Make a small feature change safely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1D8DF"/>
                </a:solidFill>
                <a:latin typeface="Aptos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8FAFD"/>
                </a:solidFill>
                <a:latin typeface="Aptos"/>
              </a:rPr>
              <a:t>Know the flow. Own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57276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A9B9D2"/>
                </a:solidFill>
                <a:latin typeface="Aptos"/>
              </a:rPr>
              <a:t>One app, three critical responsibilities.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6510528"/>
            <a:ext cx="89611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MIND BLOGGING  /  TECHNICAL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0138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A9B9D2"/>
                </a:solidFill>
                <a:latin typeface="Aptos"/>
              </a:rPr>
              <a:t>18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59436" cy="3291840"/>
          </a:xfrm>
          <a:prstGeom prst="rect">
            <a:avLst/>
          </a:prstGeom>
          <a:solidFill>
            <a:srgbClr val="41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41D8DF"/>
                </a:solidFill>
                <a:latin typeface="Aptos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Renders the interface and manages interaction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2286000"/>
            <a:ext cx="59436" cy="3291840"/>
          </a:xfrm>
          <a:prstGeom prst="rect">
            <a:avLst/>
          </a:prstGeom>
          <a:solidFill>
            <a:srgbClr val="A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59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A991FF"/>
                </a:solidFill>
                <a:latin typeface="Aptos"/>
              </a:rPr>
              <a:t>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Authenticates users and stores private user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960" y="2286000"/>
            <a:ext cx="3550920" cy="3291840"/>
          </a:xfrm>
          <a:prstGeom prst="roundRect">
            <a:avLst/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960" y="2286000"/>
            <a:ext cx="59436" cy="3291840"/>
          </a:xfrm>
          <a:prstGeom prst="rect">
            <a:avLst/>
          </a:prstGeom>
          <a:solidFill>
            <a:srgbClr val="FFC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9704" y="2487168"/>
            <a:ext cx="3084575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FFC274"/>
                </a:solidFill>
                <a:latin typeface="Aptos"/>
              </a:rPr>
              <a:t>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9704" y="3054096"/>
            <a:ext cx="304799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8FAFD"/>
                </a:solidFill>
                <a:latin typeface="Aptos"/>
              </a:rPr>
              <a:t>Hosts the frontend and executes privileged AI / push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